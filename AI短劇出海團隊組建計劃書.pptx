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463040"/>
            <a:ext cx="3931920" cy="411480"/>
          </a:xfrm>
          <a:prstGeom prst="roundRect">
            <a:avLst/>
          </a:prstGeom>
          <a:noFill/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508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Microsoft JhengHei"/>
              </a:defRPr>
            </a:pPr>
            <a:r>
              <a:t>AI Short Drama · Overseas ·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JhengHei"/>
              </a:defRPr>
            </a:pPr>
            <a:r>
              <a:t>AI 短劇出海</a:t>
            </a:r>
            <a:br/>
            <a:r>
              <a:t>團隊組建計劃書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3657600"/>
            <a:ext cx="17373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市場分析 · 行業痛點 · 團隊架構 · 出海策略 · 培訓商業模式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303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JhengHei"/>
              </a:defRPr>
            </a:pPr>
            <a:r>
              <a:t>默墨文創事業有限公司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市場全景分析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國內市場 2026 + 海外市場 2025-2026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56032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  <a:latin typeface="Microsoft JhengHei"/>
              </a:defRPr>
            </a:pPr>
            <a:r>
              <a:t>110 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2026 H1 AI短劇市場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88720"/>
            <a:ext cx="256032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Microsoft JhengHei"/>
              </a:defRPr>
            </a:pPr>
            <a:r>
              <a:t>350 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2026 全年預測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188720"/>
            <a:ext cx="256032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  <a:latin typeface="Microsoft JhengHei"/>
              </a:defRPr>
            </a:pPr>
            <a:r>
              <a:t>12.8 萬部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Q1 上線微短劇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188720"/>
            <a:ext cx="274320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  <a:latin typeface="Microsoft JhengHei"/>
              </a:defRPr>
            </a:pPr>
            <a:r>
              <a:t>&gt;1300 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抖音日均上線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海外/出海市場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80360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108960"/>
            <a:ext cx="256032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  <a:latin typeface="Microsoft JhengHei"/>
              </a:defRPr>
            </a:pPr>
            <a:r>
              <a:t>$1 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2025 AI短劇出海規模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108960"/>
            <a:ext cx="256032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Microsoft JhengHei"/>
              </a:defRPr>
            </a:pPr>
            <a:r>
              <a:t>$6.5 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2026 預計 (6x)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108960"/>
            <a:ext cx="256032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  <a:latin typeface="Microsoft JhengHei"/>
              </a:defRPr>
            </a:pPr>
            <a:r>
              <a:t>1 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海外月活用戶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3108960"/>
            <a:ext cx="274320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246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  <a:latin typeface="Microsoft JhengHei"/>
              </a:defRPr>
            </a:pPr>
            <a:r>
              <a:t>+92%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Q1 IAP YoY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480560"/>
            <a:ext cx="11064240" cy="20116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59028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🔑 關鍵判斷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892040"/>
            <a:ext cx="10661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2026 H2 是 AI 短劇出海最確定的窗口期，但也可能是最後的黃金窗口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148072"/>
            <a:ext cx="10661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從「成本紅利」轉向「內容紅利」：誰能持續產出好故事，誰能贏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404104"/>
            <a:ext cx="10661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AI 短劇不只是降本工具，更是全球化內容分發的新範式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660136"/>
            <a:ext cx="10661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99% 上線 AI 短劇播放量 &lt;1 萬，無效產能泛濫 → 精品化是必經之路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出海格局 — 玩家層級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Tier 1 雙寡頭佔 70% IAP 收入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9748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Tier 1 全球領導者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ReelShort（中文在線）：~$600M gross，55M 下載 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DramaBox（點眾科技）：~$323M 營收，唯一盈利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269748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80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Tier 2 快速追趕者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91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SkyReels（崑崙萬維）：峰值 $28M/月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ShortMax · FlexTV · MoboReels · FlickReels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188720"/>
            <a:ext cx="269748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80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Microsoft JhengHei"/>
              </a:defRPr>
            </a:pPr>
            <a:r>
              <a:t>Tier 3 AI 原生新勢力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字節 Melolo/MiniShorts · 閱文 ToonScroll · FlareFlow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AI 原生 + IP 庫驅動，月活千萬級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188720"/>
            <a:ext cx="269748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280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Microsoft JhengHei"/>
              </a:defRPr>
            </a:pPr>
            <a:r>
              <a:t>新入局巨頭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691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Netflix · 迪士尼 · 派拉蒙 · Amazon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與短劇平台合作試水（Verity → Paramount/ReelShort）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11247120" cy="24688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330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📊 市場結構關鍵數據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434840"/>
            <a:ext cx="10844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ReelShort + DramaBox 雙寡頭佔全球短劇 IAP 收入 ~70%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690872"/>
            <a:ext cx="10844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美國市場佔全球出海收入近一半（~$1.5B）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46904"/>
            <a:ext cx="10844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中國開發者主導全球 Top 20 短劇 APP 收入排名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202936"/>
            <a:ext cx="10844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700+ 活躍短劇 APP 出版商每月競爭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458968"/>
            <a:ext cx="10844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Q1 2026 全球 IAP 收入 ~$130M+（ReelShort $80M, DramaBox $35M）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行業痛點與破局機會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JhengHei"/>
              </a:defRPr>
            </a:pPr>
            <a:r>
              <a:t>內容層面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AI 臉同質化 — 訓練數據 70% 來自社媒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題材同質化 — 退婚/重生/系統佔比 62%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爆款率極低 — 1/1000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5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「活人感」缺失 — 人民日報點名批評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技術與生產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抽卡成本高 — 一個片段需抽 7-8 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一次性過審率僅 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角色一致性差 — 長篇創作選擇性失憶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5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平台限流 — AI 內容算法降權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65760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Microsoft JhengHei"/>
              </a:defRPr>
            </a:pPr>
            <a:r>
              <a:t>商業與信任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灰色 API 產業鏈 — 假 Seedance 2.0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ROI 擊穿 — 買量成本從幾毛漲到數元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增收不增利 — 銷售費用 80-90% 用於投流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5175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⚠️ 版權灰色地帶 — 500 元買斷素人形象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49039"/>
            <a:ext cx="1143000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58767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🔥 你的差異化機會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160519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擁有 AI 生成技術棧（ComfyUI + Veo/Kling + AI Agent 自動化）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416551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深耕特定題材（寵物戶外服飾製作能力）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672583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出海能力（英文內容、全球平台分發）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928615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輕量級團隊（3-5人起跑 = 極低固定成本）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184647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自有醫院實景棚可作為 Hybrid 製作基地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實拍與 AI 整合趨勢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純實拍衰退 75%，Hybrid 模式成為最優解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56032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F4444"/>
                </a:solidFill>
                <a:latin typeface="Microsoft JhengHei"/>
              </a:defRPr>
            </a:pPr>
            <a:r>
              <a:t>-30~50%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實拍項目 Q2 同比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80160"/>
            <a:ext cx="256032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F4444"/>
                </a:solidFill>
                <a:latin typeface="Microsoft JhengHei"/>
              </a:defRPr>
            </a:pPr>
            <a:r>
              <a:t>-75%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真人短劇開機量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80160"/>
            <a:ext cx="256032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F4444"/>
                </a:solidFill>
                <a:latin typeface="Microsoft JhengHei"/>
              </a:defRPr>
            </a:pPr>
            <a:r>
              <a:t>50-100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實拍成本/部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280160"/>
            <a:ext cx="274320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  <a:latin typeface="Microsoft JhengHei"/>
              </a:defRPr>
            </a:pPr>
            <a:r>
              <a:t>3,000-5,000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AI 成本/部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5394960" cy="38404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61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JhengHei"/>
              </a:defRPr>
            </a:pPr>
            <a:r>
              <a:t>🎬 AI + 真人混合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06324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劇本 — AI 輔助編劇 + 人工潤色 (73% 時間節省)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319272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角色 — AI 生成角色設計 (99% 概念設計成本)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75304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情感戲 — 真人實拍 MCU/CU 特寫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831336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奇幻/特效 — AI 生成場景 (60-91% VFX 成本)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087368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場景 — AI 取代實景搭建 (100% 節省)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34340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配音 — AI 多語言 (87% 降本)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599432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後製 — AI 換臉/去背/超分 (75% 時間節省)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651760"/>
            <a:ext cx="5394960" cy="38404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761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🏆 行業先行案例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06324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Vigloo (韓國)：全 AI，6 週管線，90% 成本降低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319272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Reel.AI：《The Billionaire's Return》→ $10M ARR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575304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Holywater Tech：AI 換臉+庫存合成，$22M 融資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831336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DramaBox：AI 合作 $2,000/集 vs 實拍 $150-250K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087368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《波斯復仇記》：3000 元成本 → 72h GMV $50 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Hybrid 切入策略 — 三階段路線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JhengHei"/>
              </a:defRPr>
            </a:pPr>
            <a:r>
              <a:t>Phase 1 (0-3月)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全 AI 製作測試市場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快速量產 5-10 部 AI 短劇測試市場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工具：ComfyUI + Veo 3/Kling + Edge-TTS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成本極低，快速驗證題材方向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65760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Phase 2 (3-6月)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AI + 真人混合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關鍵情感場景引入外籍演員拍攝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AI 後製（換臉/場景合成/多語言配音）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建立 Hybrid 製作 SOP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65760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Microsoft JhengHei"/>
              </a:defRPr>
            </a:pPr>
            <a:r>
              <a:t>Phase 3 (6-12月)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Hybrid Pipeline 成熟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真人拍攝 20-30% + AI 生成 70-80%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自建 AI 演員資產庫，擺脫版權依賴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51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多語言出海管線全自動化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206240"/>
            <a:ext cx="1143000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159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💡 成本對比與策略建議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617720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全 AI：$1,000-3,000/部   |   Hybrid：$5,000-15,000/部   |   傳統實拍：$50,000-150,000/部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73752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100-200 倍成本差距不可逆轉，但「全 AI」不等於「最好」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129784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行業共識：Hybrid 是最優解 — 情感戲靠真人，奇觀場面靠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團隊架構 — 啟動期 3-5 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月產 10-20 集/週，啟動資金 $1,150-3,700 USD/月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26517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234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AI 短劇製作人（你）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JhengHei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47472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icrosoft JhengHei"/>
              </a:defRPr>
            </a:pPr>
            <a:r>
              <a:t>AI 導演 /</a:t>
            </a:r>
            <a:br/>
            <a:r>
              <a:t>提示詞工程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Microsoft JhengHei"/>
              </a:defRPr>
            </a:pPr>
            <a:r>
              <a:t>$15-25K/月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ComfyUI、Veo/Kling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角色一致性管理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103120"/>
            <a:ext cx="347472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編劇 /</a:t>
            </a:r>
            <a:br/>
            <a:r>
              <a:t>故事策劃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Microsoft JhengHei"/>
              </a:defRPr>
            </a:pPr>
            <a:r>
              <a:t>$15-20K/月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腳本創作、數據選題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本土化改編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103120"/>
            <a:ext cx="347472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JhengHei"/>
              </a:defRPr>
            </a:pPr>
            <a:r>
              <a:t>後製 /</a:t>
            </a:r>
            <a:br/>
            <a:r>
              <a:t>分發運營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Microsoft JhengHei"/>
              </a:defRPr>
            </a:pPr>
            <a:r>
              <a:t>$10-15K/月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剪輯、字幕、多平台發布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投流測試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63440"/>
            <a:ext cx="11430000" cy="18288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73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🔥 核心人才策略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074920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最稀缺角色：編劇（決定了你的上限）— 遠端 contract 制，一部 2000-8000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330952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AI 導演最難找：同時懂影視語言 + AI 工具極限的複合人才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586984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3-5 人最小可行團隊，用 AI 工具放大產能，一人抵傳統團隊 10 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團隊擴展 — 成長期 (8-12人) → 規模期 (20-30人)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48640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🟡 成長期 8-12 人（月產 3-5 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內容組（4人）：主編劇 + 助理編劇 + 選題分析 + 本土化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5623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技術組（3人）：AI 導演 + Agent 開發 + 場景生成 + 品質管控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12264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增長組（3人）：投流優化 + 社群營運 + 數據分析 + 商務合作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98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JhengHei"/>
              </a:defRPr>
            </a:pPr>
            <a:r>
              <a:t>🔴 規模期 20-30 人（月產 10+ 部，IP 化運營）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6002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內容中台（8-10人）：IP 開發 + 編劇組 + 劇本質量審核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5623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AI 技術（6-8人）：Agent 研發 + ComfyUI + 模型訓練 + Actor 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12264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出海增長（5-6人）：投流優化 + 多語種 ASO + KOL 合作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68296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商務/法務（3-4人）：IP 授權 + 肖像權 + 合規審查 + 融資對接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023360"/>
            <a:ext cx="11430000" cy="24688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330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💰 預算規模對比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34840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啟動期（0-3月）：$1,150-3,700 USD/月 — 3-5 人，AI 工具為主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90872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成長期（3-6月）：$17,500-43,000 USD/月 — 5-8 人全職團隊 + 投流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946904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核心原則：先用最低成本驗證 ROI，再擴大團隊規模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202936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編劇採 contract 制（按劇本付費），降低固定成本風險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組建流程與時間線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從 0 到規模化運轉只需 3 個月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" y="1188720"/>
            <a:ext cx="219456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280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Microsoft JhengHei"/>
              </a:defRPr>
            </a:pPr>
            <a: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市場驗證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數據研究鎖定 2-3 個題材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製作 1-2 集 demo 測試市場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發布編劇招募（遠端 contract）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188720"/>
            <a:ext cx="219456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280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Microsoft JhengHei"/>
              </a:defRPr>
            </a:pPr>
            <a: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SOP 建立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角色資產庫 + ComfyUI 自動化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完成第一部劇 5-8 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跑通全流程 &lt;48 小時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188720"/>
            <a:ext cx="219456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280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Microsoft JhengHei"/>
              </a:defRPr>
            </a:pPr>
            <a:r>
              <a:t>Week 3-4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數據迭代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追蹤完播率/付費轉化/留存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完成 3-5 部劇並發布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$500-1000 投流測試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188720"/>
            <a:ext cx="219456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280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97316"/>
                </a:solidFill>
                <a:latin typeface="Microsoft JhengHei"/>
              </a:defRPr>
            </a:pPr>
            <a:r>
              <a:t>Month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規模化準備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全職擴充至 5-8 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建立多語言製作管線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探索 Hybrid 模式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188720"/>
            <a:ext cx="219456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280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Month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規模運轉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月產 5-8 部穩定輸出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投流預算擴至 $5K-10K/月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• 後鏈路商業化（網文/遊戲/品牌）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" y="4206240"/>
            <a:ext cx="1179576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⚡ 關鍵運營節奏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617720"/>
            <a:ext cx="11393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周日晚 8 點審稿制（已實踐）：每週提交下週文案排程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4873752"/>
            <a:ext cx="11393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數據驅動決策：ROI &gt; 1.2 確認商業模型，否則調整題材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129784"/>
            <a:ext cx="11393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多平台同步發布：TikTok + YouTube Shorts + ReelShort + DramaBox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出海策略要點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本土化 ≠ 翻譯，三層本土化 + 區域策略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48640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JhengHei"/>
              </a:defRPr>
            </a:pPr>
            <a:r>
              <a:t>🌍 本土化三層結構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台詞本土化 — 俚語、幽默感、語境表達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5623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題材本土化 — 西方受眾偏好：奇幻/狼人/霸總 ≠ 東方仙俠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12264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價值觀本土化 — 個人英雄主義 vs 集體主義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68296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AI 配音 3 語言成本 $7,099 vs 傳統 $54,000（87% 降本）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🗺️ 區域策略矩陣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002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美國/加拿大 — IAP 付費為主，ARPU 最高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5623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英國/歐洲 — IAP + 廣告混合，ARPU 中高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12264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東南亞 — 廣告變現，低 ARPU 大量用戶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68296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日韓 — IAP 付費，需要本土團隊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6243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拉丁美洲 — 下載量大但 ARPU 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23360"/>
            <a:ext cx="11430000" cy="24688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330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📱 平台選擇與後鏈路設計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434840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TikTok：AI 短劇 Q1 分成 $200 萬+（+300% QoQ），minis 小程式 IAP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690872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YouTube Shorts：完整劇集上傳 + Ads Revenue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946904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ReelShort/DramaBox：平台入駐 + IAP 付費（55% 用戶願付費）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202936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後鏈路設計：短劇 → 引導至網文付費 / 遊戲下載 / 品牌官網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458968"/>
            <a:ext cx="11027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先做英文版 → 數據好轉西/葡/日/韓/印 → 長尾市場 AI 翻譯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人才吸納策略 — 編劇是核心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三類人才池 + 四層吸納渠道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65760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🎭 傳統影視轉型者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懂鏡頭語言、劇本結構、光影構圖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30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痛點：不熟 AI 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780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策略：提供 2 週 AI 工具培訓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88720"/>
            <a:ext cx="365760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🤖 AI 工具原生用戶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提示詞高手、ComfyUI 深度玩家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30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痛點：缺乏影視專業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4780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策略：提供影視基礎培訓+實戰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657600" cy="25603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Microsoft JhengHei"/>
              </a:defRPr>
            </a:pPr>
            <a:r>
              <a:t>🏆 跨學科複合型（最稀有）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懂 AI + 懂影視 + 懂出海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30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來源：有出海經驗的 AIGC 創作者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780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• 策略：高薪搶人 + 股權激勵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023360"/>
            <a:ext cx="11612880" cy="24688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33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🔥 核心人才策略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434840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編劇策略：按劇本付費（一部 2000-8000 元）+ 爆款分成（5-10%）+ 破億獎金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690872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AI 工具賦能放大產能：30 分鐘 AI 產出初稿 vs 人工 3 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946904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招募渠道：Upwork/Fiverr（遠端）、小紅書/AIGC 社群、Telegram AI 群組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202936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文化：數據驅動、快速迭代（一集 &lt;48 小時）、Agent 優先、全球化思維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培訓課程商業模式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短劇製作 + 培訓課程 — 雙引擎飛輪效應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28600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  <a:latin typeface="Microsoft JhengHei"/>
              </a:defRPr>
            </a:pPr>
            <a:r>
              <a:t>5-8 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中國培訓市場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188720"/>
            <a:ext cx="228600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325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Microsoft JhengHei"/>
              </a:defRPr>
            </a:pPr>
            <a:r>
              <a:t>$500M+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海外英語市場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188720"/>
            <a:ext cx="274320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  <a:latin typeface="Microsoft JhengHei"/>
              </a:defRPr>
            </a:pPr>
            <a:r>
              <a:t>數萬人級別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學員畫像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188720"/>
            <a:ext cx="3200400" cy="109728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  <a:latin typeface="Microsoft JhengHei"/>
              </a:defRPr>
            </a:pPr>
            <a:r>
              <a:t>$399/人, 500+ 人/期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頭部訓練營定價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60320"/>
            <a:ext cx="5486400" cy="3931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700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JhengHei"/>
              </a:defRPr>
            </a:pPr>
            <a:r>
              <a:t>📚 課程產品矩陣（7 層階梯定價）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718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引流層 — $9.99-19（電子書/Notion 模板）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22783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核心層 — $99-249（錄播課 12-15 節）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83864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高價層 — $499-799（直播工作坊 4 週）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739896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高端層 — $1,999-4,999（1 對 1 陪跑）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9959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企業內訓 — $3,000-10,000/天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5196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SaaS 訂閱 — $19-199/月（角色庫/劇本助手/出海平台）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50799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付費社群 — $99-299/年（簡報 + 案例 + 人脈）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560320"/>
            <a:ext cx="5486400" cy="3931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6700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💰 收入預測（保守估算 USD/月）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9718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第 1 月：$500-2,000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22783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第 3 月：$5,500-17,000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483864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第 6 月：$18,000-50,000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739896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第 12 月：$55,000-150,000/月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9959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25196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⚡ 核心優勢：培訓收入不靠「爆款運氣」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50799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短劇製作 = 高風險（爆款率 1/1000）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4764024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培訓課程 = 高確定性（市場有大量剛需）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短劇製作 ↔ 培訓課程 飛輪效應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兩個引擎互相餵養，而非孤立的兩條收入線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JhengHei"/>
              </a:defRPr>
            </a:pPr>
            <a:r>
              <a:t>🎬 短劇製作（內容）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↳ 積累實戰案例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↳ 驗證工具與流程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↳ 產生爆款 → 提升課程權威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↳ 學員作品代理 → 擴充產能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657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9E0B"/>
                </a:solidFill>
                <a:latin typeface="Microsoft JhengHei"/>
              </a:defRPr>
            </a:pPr>
            <a:r>
              <a:t>▼    互相餵養     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530352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t>📚 培訓課程（變現）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↳ 穩定現金流不靠爆款運氣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↳ 學員池 → 人才池 → 遠端製作團隊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↳ 學員分發你的工具/SaaS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↳ 品牌建設 → 商務合作機會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3716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⚡ 飛輪效應關鍵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JhengHei"/>
              </a:defRPr>
            </a:pPr>
            <a:r>
              <a:t>你做的每部短劇 = 培訓案例素材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286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JhengHei"/>
              </a:defRPr>
            </a:pPr>
            <a:r>
              <a:t>你教的每個學員 = 潛在遠端製作夥伴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51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JhengHei"/>
              </a:defRPr>
            </a:pPr>
            <a:r>
              <a:t>每堂課的案例 = 下個項目的優化方向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017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JhengHei"/>
              </a:defRPr>
            </a:pPr>
            <a:r>
              <a:t>每個項目活下來 = 課程口碑持續增長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JhengHei"/>
              </a:defRPr>
            </a:pPr>
            <a:r>
              <a:t>收入預測（第 12 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97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課程收入：$40,000-100,000 USD/月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663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SaaS/社群：$15,000-50,000 USD/月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029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icrosoft JhengHei"/>
              </a:defRPr>
            </a:pPr>
            <a:r>
              <a:t>合計：$55,000-150,000 USD/月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394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Microsoft JhengHei"/>
              </a:defRPr>
            </a:pPr>
            <a:r>
              <a:t>毛利 80%+，不依賴短劇爆款運氣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風險與對策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41148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1097280" cy="41148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94960" y="1188720"/>
            <a:ext cx="1097280" cy="41148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188720"/>
            <a:ext cx="5120640" cy="41148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216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概率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216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影響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對策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45920"/>
            <a:ext cx="365760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645920"/>
            <a:ext cx="109728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0" y="1645920"/>
            <a:ext cx="109728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1645920"/>
            <a:ext cx="512064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AI 技術迭代太快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工具鏈抽象層，核心資產與工具解耦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240280"/>
            <a:ext cx="365760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06240" y="2240280"/>
            <a:ext cx="109728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94960" y="2240280"/>
            <a:ext cx="109728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0" y="2240280"/>
            <a:ext cx="512064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平台政策突變（限流/禁 AIGC）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多平台佈局 + 自建渠道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834640"/>
            <a:ext cx="365760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6240" y="2834640"/>
            <a:ext cx="109728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94960" y="2834640"/>
            <a:ext cx="109728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2834640"/>
            <a:ext cx="512064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著作權/肖像權訴訟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只使用原創 AI 角色 + 正規授權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9000"/>
            <a:ext cx="365760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06240" y="3429000"/>
            <a:ext cx="109728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394960" y="3429000"/>
            <a:ext cx="109728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0" y="3429000"/>
            <a:ext cx="512064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474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爆款率過低（1/1000）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474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先跑量累積數據，再精準選題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023360"/>
            <a:ext cx="365760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06240" y="4023360"/>
            <a:ext cx="109728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94960" y="4023360"/>
            <a:ext cx="109728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0" y="4023360"/>
            <a:ext cx="5120640" cy="502920"/>
          </a:xfrm>
          <a:prstGeom prst="roundRect">
            <a:avLst/>
          </a:prstGeom>
          <a:solidFill>
            <a:srgbClr val="141E30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人才流失（編劇被搶）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分成機制 + 工具鎖定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4617720"/>
            <a:ext cx="365760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206240" y="4617720"/>
            <a:ext cx="109728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394960" y="4617720"/>
            <a:ext cx="109728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0" y="4617720"/>
            <a:ext cx="5120640" cy="50292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Microsoft JhengHei"/>
              </a:defRPr>
            </a:pPr>
            <a:r>
              <a:t>大廠降維打擊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跑快，在巨頭全面 AI 化前建立 IP 壁壘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關鍵行動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從 Week 1 到 Month 3 的行動路線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640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74320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icrosoft JhengHei"/>
              </a:defRPr>
            </a:pPr>
            <a:r>
              <a:t>Week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916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完成題材調研，鎖定 2-3 個備選方向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1168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製作 1-2 集 demo 發布測試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3172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編劇招募（遠端 contract）+ 鎖定工具鏈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51759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建立角色資產庫 + 數據追蹤看板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88720"/>
            <a:ext cx="274320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Week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916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完成 3-5 部劇並上架多平台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01168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跑通全流程（腳本到發布 &lt;48 小時）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33172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$500 投流測試，確認 ROI 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274320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JhengHei"/>
              </a:defRPr>
            </a:pPr>
            <a:r>
              <a:t>Month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6916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團隊擴充至 5-8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01168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建立多語言製作能力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33172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探索 Hybrid 模式 + 申請平台合作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188720"/>
            <a:ext cx="2743200" cy="27432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Microsoft JhengHei"/>
              </a:defRPr>
            </a:pPr>
            <a:r>
              <a:t>Month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16916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月產 5-8 部穩定輸出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01168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AI Agent 自動化管線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233172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✅ 後鏈路商業化跑通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206240"/>
            <a:ext cx="11612880" cy="2286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159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JhengHei"/>
              </a:defRPr>
            </a:pPr>
            <a:r>
              <a:t>⚡ 核心原則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617720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啟動資金只需 $1,150-3,700 USD/月（AI 工具 + 編劇 + 投流）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873752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核心原則：先用最低成本驗證 ROI（&gt;1.2），再擴大規模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129784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數據驅動：每個決策有數據支撐（選題、節奏、鉤子位置）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385816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› 從第一天考慮全球化：多語言、多市場、多平台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0" y="1188720"/>
            <a:ext cx="4480560" cy="411480"/>
          </a:xfrm>
          <a:prstGeom prst="roundRect">
            <a:avLst/>
          </a:prstGeom>
          <a:noFill/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0" y="1234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Microsoft JhengHei"/>
              </a:defRPr>
            </a:pPr>
            <a:r>
              <a:t>默墨文創事業有限公司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感謝您的聆聽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108960"/>
            <a:ext cx="15544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icrosoft JhengHei"/>
              </a:defRPr>
            </a:pPr>
            <a:r>
              <a:t>AI 短劇出海 · 跨領域整合 · 全球發行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8463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JhengHei"/>
              </a:defRPr>
            </a:pPr>
            <a:r>
              <a:t>聯絡：JOHNNY SHEN · service@murmurtime.com</a:t>
            </a:r>
            <a:br/>
            <a:r>
              <a:t>Based in Taiwan · Serving Global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